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42048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0144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2048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6096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2048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6096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6096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144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4192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6096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4192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868680"/>
            <a:ext cx="2103120" cy="2926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868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PORTFOLIO PROJECT · SQL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13258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502920" y="202996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Case Study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502920" y="290779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C4D8"/>
                </a:solidFill>
              </a:rPr>
              <a:t>Identifying financial fraud patterns using SQL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C4D8"/>
                </a:solidFill>
              </a:rPr>
              <a:t>on the PaySim Synthetic Transactions dataset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3840480"/>
            <a:ext cx="1298448" cy="658368"/>
          </a:xfrm>
          <a:prstGeom prst="rect">
            <a:avLst/>
          </a:prstGeom>
          <a:solidFill>
            <a:srgbClr val="0A1E35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8770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29,999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2920" y="41513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47672" y="3840480"/>
            <a:ext cx="1298448" cy="658368"/>
          </a:xfrm>
          <a:prstGeom prst="rect">
            <a:avLst/>
          </a:prstGeom>
          <a:solidFill>
            <a:srgbClr val="0A1E35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47672" y="38770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947672" y="41513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Fraud Cases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92424" y="3840480"/>
            <a:ext cx="1298448" cy="658368"/>
          </a:xfrm>
          <a:prstGeom prst="rect">
            <a:avLst/>
          </a:prstGeom>
          <a:solidFill>
            <a:srgbClr val="0A1E35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92424" y="38770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0.28%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392424" y="41513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Fraud Rate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37176" y="3840480"/>
            <a:ext cx="1298448" cy="658368"/>
          </a:xfrm>
          <a:prstGeom prst="rect">
            <a:avLst/>
          </a:prstGeom>
          <a:solidFill>
            <a:srgbClr val="0A1E35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8770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837176" y="41513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4645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</a:rPr>
              <a:t>Pratham Singh  ·  MySQL 8.0  ·  PaySim Dataset  ·  Risk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&amp; Objective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Financial fraud causes billions in losses annually. In this dataset of 30,000 transactions: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84 transactions are confirmed fraud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The existing rule-based system flagged ZERO of them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Fraud is hidden inside high-volume legitimate activity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No visibility into which accounts, types, or amounts carry the most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393192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51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The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8132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Use SQL to analyse 30,000 transactions and build a risk scoring model that outperforms the existing system: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Establish fraud baseline metrics across the dataset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Profile high-risk accounts and destination patterns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Identify behavioural signals unique to fraud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Score every transaction using a CTE-based model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Produce an actionable watchlist for fraud investigators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 &amp;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</a:rPr>
              <a:t>PaySim — Synthetic Financial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3832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29,999 transactions (30K subset)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33832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Tool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MySQL Workbench 8.0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96896"/>
            <a:ext cx="33832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Types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596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CASH_IN, CASH_OUT, TRANSFER, PAYMENT, DEBIT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017520"/>
            <a:ext cx="33832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Fraud label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isFraud column (1 = fraud, 0 = legit)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438144"/>
            <a:ext cx="33832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381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System flag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isFlaggedFraud — caught 0 of 84 fraud cases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4 analysis modules — 12 queries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481328"/>
            <a:ext cx="37490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481328"/>
            <a:ext cx="64008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1664208"/>
            <a:ext cx="274320" cy="27432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1536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Fraud Overview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755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Baseline metrics — fraud rate, financial exposure, system effectiveness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249424"/>
            <a:ext cx="37490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249424"/>
            <a:ext cx="64008" cy="6583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2432304"/>
            <a:ext cx="274320" cy="27432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3042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Customer Risk Profiling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523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High-risk senders, mule accounts, balance drainage patterns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017520"/>
            <a:ext cx="37490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017520"/>
            <a:ext cx="64008" cy="6583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3200400"/>
            <a:ext cx="274320" cy="2743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3072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Behavioural Signals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Hour patterns, amount thresholds, destination balance anomalies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785616"/>
            <a:ext cx="37490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785616"/>
            <a:ext cx="64008" cy="6583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9472" y="3968496"/>
            <a:ext cx="274320" cy="27432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38404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Risk Scoring Model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4059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CTE-based multi-signal scoring — Critical/High/Medium/Low tiers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Overall Fraud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84 of 29,999 transactions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22960"/>
            <a:ext cx="196596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9326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System Miss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42032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isFlaggedFraud caught zero cases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22960"/>
            <a:ext cx="196596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9326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CASH_OUT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18304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Only Fraud Types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PAYMENT, DEBIT, CASH_IN = 0 fraud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22960"/>
            <a:ext cx="196596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9326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94576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TRANSFER Fraud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94576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Highest risk transaction type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2336" y="2514600"/>
            <a:ext cx="274320" cy="27432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243230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Account drainage is the strongest fraud signal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26334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Fraudulent transactions drain the sender account to zero far more often than legitimate ones — newbalanceOrig = 0 is a near-perfect fraud indicator in TRANSFER and CASH_OUT.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" y="3118104"/>
            <a:ext cx="274320" cy="2743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30358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Fraud skews heavily toward high-value transactions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323697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Transactions above 200K show dramatically higher fraud rates. Fraudsters target large one-time transfers — not small repeated payments.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02736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2336" y="3721608"/>
            <a:ext cx="274320" cy="27432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↯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" y="36393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Destination balance anomaly reveals hidden fraud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38404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Many transactions show money sent but destination balance unchanged — indicating immediate re-movement. These cases were not labelled as fraud but carry high laundering risk.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02336" y="4325112"/>
            <a:ext cx="274320" cy="27432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" y="4242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Risk scoring model outperforms the existing system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" y="44439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CTE model concentrates confirmed fraud in the Critical tier — catching the majority of fraud value while reviewing a fraction of total transactions.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Scoring Model — CTE Logic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 signals, each worth 1–2 points. Max score = 8. Tier assigned by total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572768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C2340"/>
                </a:solidFill>
              </a:rPr>
              <a:t>High-risk transaction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TRANSFER or CASH_OUT — 100% of fraud is in these two types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115568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115568"/>
            <a:ext cx="1572768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1591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C2340"/>
                </a:solidFill>
              </a:rPr>
              <a:t>High-value transaction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Amount above 200,000 — fraud skews toward large transfers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115568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115568"/>
            <a:ext cx="1572768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1591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C2340"/>
                </a:solidFill>
              </a:rPr>
              <a:t>Account fully drained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Sender balance goes to zero — strongest individual fraud signal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115568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115568"/>
            <a:ext cx="1572768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1591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C2340"/>
                </a:solidFill>
              </a:rPr>
              <a:t>Destination unchanged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Money sent but receiver balance stays at zero — laundering signal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1115568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115568"/>
            <a:ext cx="1572768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591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C2340"/>
                </a:solidFill>
              </a:rPr>
              <a:t>Large relative amount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Sending more than 80% of available balance — unusual for legit users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154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Risk tiers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456432"/>
            <a:ext cx="2029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456432"/>
            <a:ext cx="2029968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Critical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6–8 pts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Review immediately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Highest fraud concentration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50592" y="3456432"/>
            <a:ext cx="2029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50592" y="3456432"/>
            <a:ext cx="2029968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High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42032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</a:rPr>
              <a:t>4–5 pts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42032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Review within 1 hour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42032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Significant risk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26864" y="3456432"/>
            <a:ext cx="2029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3456432"/>
            <a:ext cx="2029968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Medium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18304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FA8"/>
                </a:solidFill>
              </a:rPr>
              <a:t>2–3 pts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18304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Review today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18304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Monitor closely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03136" y="3456432"/>
            <a:ext cx="2029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3456432"/>
            <a:ext cx="2029968" cy="54864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Low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94576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9922"/>
                </a:solidFill>
              </a:rPr>
              <a:t>0–1 pts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94576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Monitor only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94576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Low 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Learnings &amp; 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What I learned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44168"/>
            <a:ext cx="256032" cy="25603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Writing CTEs to build multi-step analysis pipelines — creating a temp result and querying from it in sequence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9019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Using CASE WHEN inside aggregate functions to calculate conditional sums and counts without subqueries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24328"/>
            <a:ext cx="256032" cy="25603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Detecting fraud signals beyond simple labels — destination balance anomalies revealed undetected laundering patterns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64408"/>
            <a:ext cx="256032" cy="25603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18211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Grouping continuous data into bands (amount, time) using CASE WHEN — the SQL equivalent of a pivot table group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04488"/>
            <a:ext cx="256032" cy="25603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82219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Structuring SQL analysis like an investigation — baseline → profiling → signals → scoring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Planned enhancements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20700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207008"/>
            <a:ext cx="777240" cy="7132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070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133502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Visualise fraud patterns and risk tier distribution in an interactive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04825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048256"/>
            <a:ext cx="777240" cy="71323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4825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217627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Apply machine learning (logistic regression) to improve precision of the scoring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777240" cy="7132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95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Stored Proc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01752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Wrap the risk scoring model in a MySQL stored procedure for automated daily runs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3075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730752"/>
            <a:ext cx="777240" cy="7132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73075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 Fn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385876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Add LAG/LEAD functions to detect velocity patterns — same account, rapid successive transfers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42048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0144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36576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2048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6096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1115568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2048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865376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6096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2615184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6096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144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4192" y="3364992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6096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4192" y="4114800"/>
            <a:ext cx="54864" cy="54864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234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50292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02920" y="2633472"/>
            <a:ext cx="5394960" cy="841248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688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Part of a 5-project analytics portfolio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CAA5"/>
                </a:solidFill>
              </a:rPr>
              <a:t>1. Refund Abuse 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82496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CAA5"/>
                </a:solidFill>
              </a:rPr>
              <a:t>2. Support KPI 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24912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CAA5"/>
                </a:solidFill>
              </a:rPr>
              <a:t>3. Fraud SQL 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67328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</a:rPr>
              <a:t>4. Churn — Power BI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9744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</a:rPr>
              <a:t>5. ATO — Python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703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B0C4D8"/>
                </a:solidFill>
              </a:rPr>
              <a:t>Pratham Singh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C4D8"/>
                </a:solidFill>
              </a:rPr>
              <a:t>pratham.singh2800@gmail.com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C4D8"/>
                </a:solidFill>
              </a:rPr>
              <a:t>LinkedIn Profile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2920" y="4572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github.com/prathamsingh  ·  Fraud Detection SQL Case Study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SQL Case Study</dc:title>
  <dc:subject>PptxGenJS Presentation</dc:subject>
  <dc:creator>Pratham Singh</dc:creator>
  <cp:lastModifiedBy>Pratham Singh</cp:lastModifiedBy>
  <cp:revision>1</cp:revision>
  <dcterms:created xsi:type="dcterms:W3CDTF">2026-03-20T12:14:00Z</dcterms:created>
  <dcterms:modified xsi:type="dcterms:W3CDTF">2026-03-20T12:14:00Z</dcterms:modified>
</cp:coreProperties>
</file>